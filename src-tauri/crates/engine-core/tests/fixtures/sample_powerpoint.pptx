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  <p:sldId id="257" r:id="rId4" show="0"/>
    <p:sldId id="258" r:id="rId3"/>
    <p:sldId id="259" r:id="rId5"/>
  </p:sldIdLst>
</p:presentation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4.xml"/></Relationships>
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Alpha 13900000000</a:t>
            </a:r>
          </a:p>
          <a:p>
            <a:r>
              <a:t>alice@example.invalid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Beta hidden</a:t>
            </a:r>
          </a:p>
          <a:p>
            <a:r>
              <a:t>第二页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Gamma</a:t>
            </a:r>
          </a:p>
          <a:p>
            <a:r>
              <a:t>End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Delta</a:t>
            </a:r>
          </a:p>
        </p:txBody>
      </p:sp>
    </p:spTree>
  </p:cSld>
</p:sld>
</file>