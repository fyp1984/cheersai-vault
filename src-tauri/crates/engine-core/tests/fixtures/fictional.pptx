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 show="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项目启动会议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联系人：李敏 13900000000，邮箱 alice@example.invalid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议程安排</a:t>
            </a:r>
          </a:p>
          <a:p>
            <a:pPr lvl="1"/>
            <a:r>
              <a:t>Review Q3 budget：13800138000</a:t>
            </a:r>
          </a:p>
          <a:p>
            <a:pPr lvl="1"/>
            <a:r>
              <a:t>Contact BOB &lt;bob@example.invalid&gt;</a:t>
            </a:r>
          </a:p>
          <a:p>
            <a:pPr lvl="1"/>
            <a:r>
              <a:t>特殊字符测试：# * _ ` [ ] | \ &lt; 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 slide content 13700137000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